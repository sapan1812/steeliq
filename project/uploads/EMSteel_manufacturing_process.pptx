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802" y="14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3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46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6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8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0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6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4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1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7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2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7F4A8A-7B54-4D8D-933A-8921996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8E3DBB-79DA-7817-5AF0-3363EBC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818" y="1076635"/>
            <a:ext cx="6859225" cy="3495365"/>
          </a:xfrm>
        </p:spPr>
        <p:txBody>
          <a:bodyPr anchor="t">
            <a:normAutofit/>
          </a:bodyPr>
          <a:lstStyle/>
          <a:p>
            <a:r>
              <a:rPr lang="en-IN" sz="8000" dirty="0"/>
              <a:t>Customer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EAAD7-D74D-3C03-B1E8-5EB6E510D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72000"/>
            <a:ext cx="5732851" cy="1268361"/>
          </a:xfrm>
        </p:spPr>
        <p:txBody>
          <a:bodyPr anchor="b">
            <a:normAutofit/>
          </a:bodyPr>
          <a:lstStyle/>
          <a:p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D1F869B6-263E-3073-6F6D-19D675E3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10" r="9973" b="-2"/>
          <a:stretch/>
        </p:blipFill>
        <p:spPr>
          <a:xfrm>
            <a:off x="8532727" y="1"/>
            <a:ext cx="36592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2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9A708-7C1C-8112-8B0F-9293C639D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46" y="747338"/>
            <a:ext cx="9554908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178563-EAE3-8257-64DB-E696B68B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56" y="-1880295"/>
            <a:ext cx="9583487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3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E552B-D64B-D47C-2E6E-67E361756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96" y="-68007"/>
            <a:ext cx="9583487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0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7BB39-6487-322E-3CD6-9BC822713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733049"/>
            <a:ext cx="9564435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6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09ED8-E61F-C60E-916C-1D367125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46" y="718759"/>
            <a:ext cx="9554908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5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83182-B992-DF92-8534-C1175BD7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58" y="1398861"/>
            <a:ext cx="9573961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3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F901F-D71E-D10A-2E5F-493B89FA2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19" y="709233"/>
            <a:ext cx="9573961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17292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RegularSeed_2SEEDS">
      <a:dk1>
        <a:srgbClr val="000000"/>
      </a:dk1>
      <a:lt1>
        <a:srgbClr val="FFFFFF"/>
      </a:lt1>
      <a:dk2>
        <a:srgbClr val="1B2F2E"/>
      </a:dk2>
      <a:lt2>
        <a:srgbClr val="F3F1F0"/>
      </a:lt2>
      <a:accent1>
        <a:srgbClr val="3B9EB1"/>
      </a:accent1>
      <a:accent2>
        <a:srgbClr val="46B196"/>
      </a:accent2>
      <a:accent3>
        <a:srgbClr val="4D7EC3"/>
      </a:accent3>
      <a:accent4>
        <a:srgbClr val="B13B3E"/>
      </a:accent4>
      <a:accent5>
        <a:srgbClr val="C37B4D"/>
      </a:accent5>
      <a:accent6>
        <a:srgbClr val="B19A3B"/>
      </a:accent6>
      <a:hlink>
        <a:srgbClr val="C05944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9244fd-a10c-44af-89ed-46c7a72b975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DEF3295A5524498D1092ED0F131202" ma:contentTypeVersion="10" ma:contentTypeDescription="Create a new document." ma:contentTypeScope="" ma:versionID="6c7a4e9c8c8ef785f5a08a8c20b87cb9">
  <xsd:schema xmlns:xsd="http://www.w3.org/2001/XMLSchema" xmlns:xs="http://www.w3.org/2001/XMLSchema" xmlns:p="http://schemas.microsoft.com/office/2006/metadata/properties" xmlns:ns2="8a9244fd-a10c-44af-89ed-46c7a72b975c" targetNamespace="http://schemas.microsoft.com/office/2006/metadata/properties" ma:root="true" ma:fieldsID="203c95f228a58101f4087391f0f65e43" ns2:_="">
    <xsd:import namespace="8a9244fd-a10c-44af-89ed-46c7a72b97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9244fd-a10c-44af-89ed-46c7a72b97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49788ff-fea7-4904-8044-690ec0ade3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5A436F-E3FD-4808-AE3A-8889E4B62FF2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8a9244fd-a10c-44af-89ed-46c7a72b975c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397538F-6BC2-49F2-822A-7C5281D72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858FC9-8B50-4C30-8F66-C41FA47B6D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9244fd-a10c-44af-89ed-46c7a72b97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BjornVTI</vt:lpstr>
      <vt:lpstr>Customer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Raj Kumar</dc:creator>
  <cp:lastModifiedBy>Swapnil Shah</cp:lastModifiedBy>
  <cp:revision>11</cp:revision>
  <dcterms:created xsi:type="dcterms:W3CDTF">2024-08-06T12:32:24Z</dcterms:created>
  <dcterms:modified xsi:type="dcterms:W3CDTF">2026-04-23T18:03:35Z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0x0101006BDEF3295A5524498D1092ED0F131202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